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 驱动的产品战略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0E0F0"/>
                </a:solidFill>
                <a:latin typeface="Calibri Light"/>
              </a:rPr>
              <a:t>2024 年度核心报告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5488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A1A2E"/>
                </a:solidFill>
                <a:latin typeface="Calibri Light"/>
              </a:rPr>
              <a:t>本报告概述公司在人工智能领域的战略布局以及未来发展路线图。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核心业务指标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5488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营收增长: 同比提升 42%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用户规模: 活跃用户突破 500 万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技术专利: 新增 AI 相关专利 38 项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团队规模: 研发人员扩充至 1200 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技术架构对比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488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 Light"/>
                        </a:rPr>
                        <a:t>模块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 Light"/>
                        </a:rPr>
                        <a:t>当前方案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 Light"/>
                        </a:rPr>
                        <a:t>目标方案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 Light"/>
                        </a:rPr>
                        <a:t>预期收益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推荐引擎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协同过滤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大模型增强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CTR +25%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搜索系统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倒排索引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向量检索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召回率 +40%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风控模型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规则引擎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实时 ML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 Light"/>
                        </a:rPr>
                        <a:t>误报 -60%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产品路线图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5488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Q1: 完成大模型微调基础设施建设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Q2: 智能客服 2.0 上线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Q3: 个性化推荐全量切换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A1A2E"/>
                </a:solidFill>
                <a:latin typeface="Calibri Light"/>
              </a:rPr>
              <a:t>• Q4: 发布开放平台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5488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A1A2E"/>
                </a:solidFill>
                <a:latin typeface="Calibri Light"/>
              </a:rPr>
              <a:t>公司已形成技术、数据、场景三位一体的护城河体系。建议批准追加投资 2 亿元。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